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and the screenshot is the real console, not the film.</a:t>
            </a:r>
          </a:p>
          <a:p/>
          <a:p>
            <a:r>
              <a:t>The film's drifting reply — 'You've got this! Try breaking your notes into 25-minute blocks.' — is rejected for BOTH moves, and the detector points at the exact sentence carrying each one: 'You've got this!' is reassurance, 'Try breaking…' is advice. The film's in-protocol reply passes.</a:t>
            </a:r>
          </a:p>
          <a:p/>
          <a:p>
            <a:r>
              <a:t>Be straight about what's next: the drift-detection half is trained; scoring against the six ACT processes needs Joseph's written protocol, and diagnosis needs labelled examples — there is no public dataset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The hand-off shows the Counseling Center at 443-885-3130 (weekdays 8:30–5) and Morgan's 24/7 crisis line, 1-800-422-0009 — both read off morgan.edu on Oct 15. The 24/7 line matters: the scenario is 2 a.m., when the office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second trained model — and the first half of the contribution.</a:t>
            </a:r>
          </a:p>
          <a:p/>
          <a:p>
            <a:r>
              <a:t>ESConv labels every supporter reply with its strategy. Two of them are exactly our prohibited moves: 'Providing Suggestions' is advice-giving, 'Affirmation and Reassurance' is reassurance.</a:t>
            </a:r>
          </a:p>
          <a:p/>
          <a:p>
            <a:r>
              <a:t>The methodological point worth making: we split by CONVERSATION. Split by individual reply and turns from the same conversation land in both training and test — that would have scored 0.612 instead of 0.590. We report the honest one.</a:t>
            </a:r>
          </a:p>
          <a:p/>
          <a:p>
            <a:r>
              <a:t>Thresholds lean toward recall: a false flag costs one rewrite, a miss puts drift in front of a student.</a:t>
            </a:r>
          </a:p>
          <a:p/>
          <a:p>
            <a:r>
              <a:t>The weak number, said plainly: reassurance precision is 0.34, because ESConv lumps healthy validation ('that sounds hard') in with false reassurance ('you'll be fine'). A reflection still passes — the threshold was chosen so it would.</a:t>
            </a:r>
          </a:p>
          <a:p/>
          <a:p>
            <a:r>
              <a:t>Source: results/drift_detector.json.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Switch to the FIDELITY MONITOR tab → 'Film: drifting reply' → rejected for advice + reassurance, each sentence marked. Then 'Film: stays in protocol' → passes. 'This is the scene from the film, running for real.'</a:t>
            </a:r>
          </a:p>
          <a:p>
            <a:r>
              <a:t>5. Back to Turn trace → 'Crisis (synthetic)' — SAY IT IS A SYNTHETIC EXAMPLE — → the rail trips at 0.99, every later stage is skipped, the text box disappears, and it hands off to 988 and the counseling center.</a:t>
            </a:r>
          </a:p>
          <a:p/>
          <a:p>
            <a:r>
              <a:t>The header should read 'campus line: set'. The crisis screen shows the Counseling Center (443-885-3130, weekdays) and Morgan's 24/7 line (1-800-422-0009) — both verified on morgan.edu on Oct 15.</a:t>
            </a:r>
          </a:p>
          <a:p/>
          <a:p>
            <a:r>
              <a:t>If asked why ZenAI doesn't reply: the Conversation Agent needs a language model and the Fidelity Monitor that checks its drafts — that is the next two weeks, and it's the contribution.</a:t>
            </a:r>
          </a:p>
          <a:p/>
          <a:p>
            <a:r>
              <a:t>Backup: the raw API is at /docs, and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reads each draft sentence by sentence, before the student sees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It detects the prohibited moves: </a:t>
            </a:r>
            <a:r>
              <a:rPr sz="1850" b="1" i="0">
                <a:solidFill>
                  <a:srgbClr val="1C2620"/>
                </a:solidFill>
                <a:latin typeface="Helvetica Neue"/>
              </a:rPr>
              <a:t>advice</a:t>
            </a:r>
            <a:r>
              <a:rPr sz="1850" b="0" i="0">
                <a:solidFill>
                  <a:srgbClr val="1C2620"/>
                </a:solidFill>
                <a:latin typeface="Helvetica Neue"/>
              </a:rPr>
              <a:t> and </a:t>
            </a:r>
            <a:r>
              <a:rPr sz="1850" b="1" i="0">
                <a:solidFill>
                  <a:srgbClr val="1C2620"/>
                </a:solidFill>
                <a:latin typeface="Helvetica Neue"/>
              </a:rPr>
              <a:t>reassurance</a:t>
            </a:r>
            <a:r>
              <a:rPr sz="1850" b="0" i="0">
                <a:solidFill>
                  <a:srgbClr val="1C2620"/>
                </a:solidFill>
                <a:latin typeface="Helvetica Neue"/>
              </a:rPr>
              <a:t> today, diagnosis next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draft that drifts is </a:t>
            </a:r>
            <a:r>
              <a:rPr sz="1850" b="1" i="0">
                <a:solidFill>
                  <a:srgbClr val="1C2620"/>
                </a:solidFill>
                <a:latin typeface="Helvetica Neue"/>
              </a:rPr>
              <a:t>rejected and rewritten</a:t>
            </a:r>
            <a:r>
              <a:rPr sz="1850" b="0" i="0">
                <a:solidFill>
                  <a:srgbClr val="1C2620"/>
                </a:solidFill>
                <a:latin typeface="Helvetica Neue"/>
              </a:rPr>
              <a:t> — this is the film’s example, running for real</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drift detector trained</a:t>
            </a:r>
            <a:r>
              <a:rPr sz="1850" b="0" i="0">
                <a:solidFill>
                  <a:srgbClr val="1C2620"/>
                </a:solidFill>
                <a:latin typeface="Helvetica Neue"/>
              </a:rPr>
              <a:t>; scoring against the six ACT processes is next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fidelity-drift.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0.59</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The drift detector, measured on conversations it never saw</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Trained on ESConv — 18,153 supporter replies hand-labelled by strategy. Split by conversation, not by reply. Catches 77% of advice and 60% of reassurance; majority baseline 0.27.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Fidelity Monitor tab</a:t>
            </a:r>
            <a:r>
              <a:rPr sz="1850" b="0" i="0">
                <a:solidFill>
                  <a:srgbClr val="1C2620"/>
                </a:solidFill>
                <a:latin typeface="Helvetica Neue"/>
              </a:rPr>
              <a:t> → the film’s drifting reply, rejected; the in-protocol reply, sent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diagnosis defined precisely enough to label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replies on that protocol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in the loop: every draft checked; drift rewritten before it is sent</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(0.28) and diagnosis; fine-tune distilroberta against 0.521</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